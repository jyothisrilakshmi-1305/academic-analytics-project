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82" y="96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133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IN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133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7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583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302781" y="4344678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302779" y="4471625"/>
            <a:ext cx="1633432" cy="48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Jyothi Sri Lakshmi Kuna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>
            <a:off x="1879018" y="4336133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4109240" y="4299841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4126286" y="4418447"/>
            <a:ext cx="2272871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jyothikuna2005@gmail.com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3719258" y="4314334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744875" y="4322812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296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346713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6CE2B4C-42F3-6C3D-A2AC-C0C414252A53}"/>
              </a:ext>
            </a:extLst>
          </p:cNvPr>
          <p:cNvSpPr txBox="1"/>
          <p:nvPr/>
        </p:nvSpPr>
        <p:spPr>
          <a:xfrm>
            <a:off x="75185" y="3462539"/>
            <a:ext cx="54471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Academic Analytics for Institutional Decision Making</a:t>
            </a:r>
            <a:endParaRPr kumimoji="0" lang="en-IN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Arial" panose="020B0604020202020204" pitchFamily="34" charset="0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80000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5002346" cy="2872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My project title is </a:t>
            </a:r>
            <a:r>
              <a:rPr lang="en-US" sz="1400" b="1" dirty="0"/>
              <a:t>Academic Analytics for Institutional Decision Making</a:t>
            </a:r>
            <a:r>
              <a:rPr lang="en-US" sz="1400" dirty="0"/>
              <a:t>.</a:t>
            </a:r>
            <a:endParaRPr lang="en-US" sz="1400" b="1"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The main objective of this project is to analyze student academic performance data and generate meaningful insights for college management using Excel and AI tools.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I created a dataset of 1000 students and performed data cleaning, analysis, KPI calculation, and dashboard creation.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I used Microsoft Excel, Pivot Tables, Excel formulas, Microsoft Copilot, ChatGPT, and Google Gemini.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400" dirty="0"/>
              <a:t>The final output of this project is an interactive dashboard and AI-generated insights to support academic decision-making.</a:t>
            </a:r>
            <a:endParaRPr lang="en-US" sz="14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3457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Colleges collect a large amount of student data like marks, attendance, and grades, but this data is not properly analyzed.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Because of this, colleges cannot easily identify weak students, subject difficulty, or department performance.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Most colleges still use manual analysis, which is time-consuming and error-prone.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So the problem is lack of data-driven academic decision making.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/>
              <a:t>My project solves this problem using Excel dashboards and AI tools.</a:t>
            </a:r>
            <a:endParaRPr lang="en-US" sz="1600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41615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My proposed solution is to build a Student Academic Performance Analysis System using Excel and AI tools.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First, I created and cleaned the dataset.</a:t>
            </a:r>
            <a:br>
              <a:rPr lang="en-US" sz="1600" dirty="0"/>
            </a:br>
            <a:r>
              <a:rPr lang="en-US" sz="1600" dirty="0"/>
              <a:t>Then I analyzed the data using Pivot Tables and Excel formulas.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Then I created KPIs like pass rate, average score, grade distribution, and attendance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Finally, I built an interactive dashboard and used Microsoft Copilot to generate AI insights and summary.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The input is student dataset containing student ID, gender, branch, attendance, marks, grade, and result.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590672"/>
            <a:ext cx="402336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Data cleaning was done by removing blank rows, standardizing values, and validating marks.</a:t>
            </a:r>
            <a:br>
              <a:rPr lang="en-US" sz="1600" dirty="0"/>
            </a:br>
            <a:r>
              <a:rPr lang="en-US" sz="1600" dirty="0"/>
              <a:t>Then Pivot Tables and Excel formulas were used for analysis.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Microsoft Copilot and Spreadsheet AI were used to generate insights like at-risk students, subject difficulty, and performance summary.</a:t>
            </a:r>
            <a:br>
              <a:rPr lang="en-US" sz="1600" dirty="0"/>
            </a:br>
            <a:r>
              <a:rPr lang="en-US" sz="1600" dirty="0"/>
              <a:t>ChatGPT helped in documentation and Gemini helped in diagrams.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/>
              <a:t>The output is an Excel Dashboard containing KPI cards, charts, and performance analysis for decision making.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/>
              <a:t>This demo shows the original raw dataset containing student records before data cleaning.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/>
              <a:t>This demo shows the dataset after removing blank rows, correcting values, and validating scores.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/>
              <a:t>This demo shows the final Excel dashboard with KPIs, charts, grade distribution, branch performance, and attendance analysis.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777240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https://drive.google.com/drive/folders/1AQNeKQUc5CpR2cpuIiPd2hkBc6GknDrj?usp=sharing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project successfully demonstrated how Excel and AI tools can be used to analyze student data and generate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dashboard helps college management make data-driven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project objectives were achieved including data cleaning, KPI calculation, dashboard creation, and AI integration.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the future, this project can be extended using Power BI for real-time dashboards.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Machine learning models can be used to predict student performance.</a:t>
            </a:r>
            <a:br>
              <a:rPr lang="en-US" dirty="0"/>
            </a:br>
            <a:r>
              <a:rPr lang="en-US" dirty="0"/>
              <a:t>Multi-semester data can be added for trend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web-based system can be developed for college use.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656</Words>
  <Application>Microsoft Office PowerPoint</Application>
  <PresentationFormat>On-screen Show (16:9)</PresentationFormat>
  <Paragraphs>78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jyothi sri lakshmi</cp:lastModifiedBy>
  <cp:revision>36</cp:revision>
  <dcterms:created xsi:type="dcterms:W3CDTF">2026-02-18T09:17:23Z</dcterms:created>
  <dcterms:modified xsi:type="dcterms:W3CDTF">2026-04-06T13:52:32Z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