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106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33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583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302781" y="4344678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302779" y="4471625"/>
            <a:ext cx="1633432" cy="48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Jyothi Sri Lakshmi Kuna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1879018" y="4336133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4109240" y="4299841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4126286" y="4418447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jyothikuna2005@gmail.com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3719258" y="4314334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683899" y="4314334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 </a:t>
              </a: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274022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6CE2B4C-42F3-6C3D-A2AC-C0C414252A53}"/>
              </a:ext>
            </a:extLst>
          </p:cNvPr>
          <p:cNvSpPr txBox="1"/>
          <p:nvPr/>
        </p:nvSpPr>
        <p:spPr>
          <a:xfrm>
            <a:off x="75185" y="3462539"/>
            <a:ext cx="54471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Academic Analytics for Institutional Decision Making</a:t>
            </a:r>
            <a:endParaRPr kumimoji="0" lang="en-IN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Arial" panose="020B0604020202020204" pitchFamily="34" charset="0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80000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5002346" cy="1897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tabLst>
                <a:tab pos="4229100" algn="ctr"/>
              </a:tabLst>
            </a:pPr>
            <a:endParaRPr lang="en-US" sz="1400" b="1"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Analyzed student academic data (1000 records )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Performed data cleaning and preprocessing.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Used AI tools for insights generation.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Created KPIs and Excel dashboard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Helps in data-driven academic decision making</a:t>
            </a: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2328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Colleges collect a large amount of student data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Difficult to identify weak students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Manual analysis is slow and error-</a:t>
            </a:r>
            <a:r>
              <a:rPr lang="en-IN" sz="1600" dirty="0"/>
              <a:t>prone </a:t>
            </a:r>
            <a:endParaRPr lang="en-US" sz="1600"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So the problem is lack of data-driven academic decision making.</a:t>
            </a:r>
          </a:p>
          <a:p>
            <a:pPr>
              <a:spcAft>
                <a:spcPts val="800"/>
              </a:spcAft>
              <a:tabLst>
                <a:tab pos="4229100" algn="ctr"/>
              </a:tabLst>
            </a:pPr>
            <a:r>
              <a:rPr lang="en-IN" sz="1600" dirty="0"/>
              <a:t>👉 No data-driven decision making</a:t>
            </a:r>
            <a:endParaRPr lang="en-US" sz="1600" dirty="0"/>
          </a:p>
          <a:p>
            <a:pPr>
              <a:spcAft>
                <a:spcPts val="800"/>
              </a:spcAft>
              <a:tabLst>
                <a:tab pos="4229100" algn="ctr"/>
              </a:tabLst>
            </a:pPr>
            <a:endParaRPr lang="en-US" sz="16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41615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First, I created and cleaned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Perform data cleaning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Analyze using Excel formulas &amp; Pivot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Calculate KPIs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Finally, I built an interactive dashboard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Used AI tools to generate AI insights and summary.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The input is student dataset containing student ID, gender, branch, attendance, marks, grade, and result.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590672"/>
            <a:ext cx="40233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Data cleaning was done by removing blank rows, standardizing values, and validating marks.</a:t>
            </a:r>
            <a:br>
              <a:rPr lang="en-US" sz="1600" dirty="0"/>
            </a:br>
            <a:r>
              <a:rPr lang="en-US" sz="1600" dirty="0"/>
              <a:t>Then Pivot Tables and Excel formulas were used for analysis.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Microsoft Copilot and Spreadsheet AI were used to generate insights like at-risk students, subject difficulty, and performance summary.</a:t>
            </a:r>
            <a:br>
              <a:rPr lang="en-US" sz="1600" dirty="0"/>
            </a:br>
            <a:r>
              <a:rPr lang="en-US" sz="1600" dirty="0"/>
              <a:t>ChatGPT helped in documentation and Gemini helped in diagrams.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The output is an Excel Dashboard containing KPI cards, charts, and performance analysis for decision making.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/>
              <a:t>This demo shows the original raw dataset containing student records before data cleaning.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/>
              <a:t>This demo shows the dataset after removing blank rows, correcting values, and validating scores.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/>
              <a:t>This demo shows the final Excel dashboard with KPIs, charts, grade distribution, branch performance, and attendance analysis.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777240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https://drive.google.com/drive/folders/1AQNeKQUc5CpR2cpuIiPd2hkBc6GknDrj?usp=sharing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project successfully demonstrated how Excel and AI tools can be used to analyze student data and generate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dashboard helps college management make data-driven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project objectives were achieved including data cleaning, KPI calculation, dashboard creation, and AI integration.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the future, this project can be extended using Power BI for real-time dashboards.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Machine learning models can be used to predict student performance.</a:t>
            </a:r>
            <a:br>
              <a:rPr lang="en-US" dirty="0"/>
            </a:br>
            <a:r>
              <a:rPr lang="en-US" dirty="0"/>
              <a:t>Multi-semester data can be added for trend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web-based system can be developed for college use.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513</Words>
  <Application>Microsoft Office PowerPoint</Application>
  <PresentationFormat>On-screen Show (16:9)</PresentationFormat>
  <Paragraphs>81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jyothi sri lakshmi</cp:lastModifiedBy>
  <cp:revision>47</cp:revision>
  <dcterms:created xsi:type="dcterms:W3CDTF">2026-02-18T09:17:23Z</dcterms:created>
  <dcterms:modified xsi:type="dcterms:W3CDTF">2026-04-08T13:11:30Z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