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BDC38-0F0C-EF0A-5169-FC033B4B9FA1}" v="4" dt="2026-02-19T06:35:51.132"/>
    <p1510:client id="{DDC0B4EE-2D5D-447B-AE11-6BA75CAE74F0}" v="57" dt="2026-02-19T11:04:26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6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854979" y="3806607"/>
            <a:ext cx="1633432" cy="48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Jyothi Sri Lakshmi Kuna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jyothikuna2005@gmail.com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 err="1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umamaheswari</a:t>
              </a:r>
              <a:endPara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25240" y="1082801"/>
            <a:ext cx="5002346" cy="2872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400" dirty="0"/>
              <a:t>My project title is </a:t>
            </a:r>
            <a:r>
              <a:rPr lang="en-US" sz="1400" b="1" dirty="0"/>
              <a:t>Academic Analytics for Institutional Decision Making</a:t>
            </a:r>
            <a:r>
              <a:rPr lang="en-US" sz="1400" dirty="0"/>
              <a:t>.</a:t>
            </a:r>
            <a:endParaRPr lang="en-US" sz="1400" b="1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400" dirty="0"/>
              <a:t>The main objective of this project is to analyze student academic performance data and generate meaningful insights for college management using Excel and AI tools.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400" dirty="0"/>
              <a:t>I created a dataset of 1000 students and performed data cleaning, analysis, KPI calculation, and dashboard creation.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400" dirty="0"/>
              <a:t>I used Microsoft Excel, Pivot Tables, Excel formulas, Microsoft Copilot, ChatGPT, and Google Gemini.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400" dirty="0"/>
              <a:t>The final output of this project is an interactive dashboard and AI-generated insights to support academic decision-making.</a:t>
            </a:r>
            <a:endParaRPr lang="en-US" sz="14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0" y="1082801"/>
            <a:ext cx="4762910" cy="3457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dirty="0"/>
              <a:t>Colleges collect a large amount of student data like marks, attendance, and grades, but this data is not properly analyzed.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dirty="0"/>
              <a:t>Because of this, colleges cannot easily identify weak students, subject difficulty, or department performance.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dirty="0"/>
              <a:t>Most colleges still use manual analysis, which is time-consuming and error-prone.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dirty="0"/>
              <a:t>So the problem is lack of data-driven academic decision making.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dirty="0"/>
              <a:t>My project solves this problem using Excel dashboards and AI tools.</a:t>
            </a:r>
            <a:endParaRPr lang="en-US" sz="16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046013"/>
            <a:ext cx="441615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My proposed solution is to build a Student Academic Performance Analysis System using Excel and AI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First, I created and cleaned the dataset.</a:t>
            </a:r>
            <a:br>
              <a:rPr lang="en-US" sz="1600" dirty="0"/>
            </a:br>
            <a:r>
              <a:rPr lang="en-US" sz="1600" dirty="0"/>
              <a:t>Then I analyzed the data using Pivot Tables and Excel formulas.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Then I created KPIs like pass rate, average score, grade distribution, and attendance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Finally, I built an interactive dashboard and used Microsoft Copilot to generate AI insights and summary.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The input is student dataset containing student ID, gender, branch, attendance, marks, grade, and result.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590672"/>
            <a:ext cx="402336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Data cleaning was done by removing blank rows, standardizing values, and validating marks.</a:t>
            </a:r>
            <a:br>
              <a:rPr lang="en-US" sz="1600" dirty="0"/>
            </a:br>
            <a:r>
              <a:rPr lang="en-US" sz="1600" dirty="0"/>
              <a:t>Then Pivot Tables and Excel formulas were used for analysis.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Microsoft Copilot and Spreadsheet AI were used to generate insights like at-risk students, subject difficulty, and performance summary.</a:t>
            </a:r>
            <a:br>
              <a:rPr lang="en-US" sz="1600" dirty="0"/>
            </a:br>
            <a:r>
              <a:rPr lang="en-US" sz="1600" dirty="0"/>
              <a:t>ChatGPT helped in documentation and Gemini helped in diagrams.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/>
              <a:t>The output is an Excel Dashboard containing KPI cards, charts, and performance analysis for decision making.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1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/>
              <a:t>This demo shows the original raw dataset containing student records before data cleaning.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2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/>
              <a:t>This demo shows the dataset after removing blank rows, correcting values, and validating scores.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3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/>
              <a:t>This demo shows the final Excel dashboard with KPIs, charts, grade distribution, branch performance, and attendance analysis.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https://drive.google.com/drive/folders/1AQNeKQUc5CpR2cpuIiPd2hkBc6GknDrj?usp=sharing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project successfully demonstrated how Excel and AI tools can be used to analyze student data and generate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dashboard helps college management make data-driven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project objectives were achieved including data cleaning, KPI calculation, dashboard creation, and AI integration.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the future, this project can be extended using Power BI for real-time dashboards.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Machine learning models can be used to predict student performance.</a:t>
            </a:r>
            <a:br>
              <a:rPr lang="en-US" dirty="0"/>
            </a:br>
            <a:r>
              <a:rPr lang="en-US" dirty="0"/>
              <a:t>Multi-semester data can be added for trend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web-based system can be developed for college use.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650</Words>
  <Application>Microsoft Office PowerPoint</Application>
  <PresentationFormat>On-screen Show (16:9)</PresentationFormat>
  <Paragraphs>77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jyothi sri lakshmi</cp:lastModifiedBy>
  <cp:revision>34</cp:revision>
  <dcterms:created xsi:type="dcterms:W3CDTF">2026-02-18T09:17:23Z</dcterms:created>
  <dcterms:modified xsi:type="dcterms:W3CDTF">2026-04-03T10:11:39Z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